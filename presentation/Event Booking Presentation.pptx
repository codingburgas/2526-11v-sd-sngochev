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77856E-655D-4733-97BD-10B382FCDC58}" v="50" dt="2026-04-24T08:44:36.2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6160" y="685800"/>
            <a:ext cx="5120280" cy="218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8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1;p2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Google Shape;114;p1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" name="Google Shape;115;p16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462680" y="534960"/>
            <a:ext cx="6217920" cy="140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14960" y="2138760"/>
            <a:ext cx="771372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1" name="Google Shape;135;p2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12" name="Google Shape;136;p20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13" name="Google Shape;137;p20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138;p20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139;p20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" name="Google Shape;140;p20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42;p21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07400" y="534960"/>
            <a:ext cx="386460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07400" y="2066040"/>
            <a:ext cx="3864600" cy="232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074560" y="534960"/>
            <a:ext cx="3019680" cy="38581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 rot="21598800">
            <a:off x="714960" y="751680"/>
            <a:ext cx="428328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2" name="Google Shape;202;p26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23" name="Google Shape;203;p26"/>
          <p:cNvSpPr/>
          <p:nvPr/>
        </p:nvSpPr>
        <p:spPr>
          <a:xfrm>
            <a:off x="714960" y="3456360"/>
            <a:ext cx="49593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0120" y="685800"/>
            <a:ext cx="5124240" cy="218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lnSpcReduction="9999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Event Booking</a:t>
            </a:r>
            <a:endParaRPr lang="fr-FR" sz="8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ubTitle"/>
          </p:nvPr>
        </p:nvSpPr>
        <p:spPr>
          <a:xfrm>
            <a:off x="0" y="3552840"/>
            <a:ext cx="8429400" cy="609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EEEFF"/>
              </a:gs>
            </a:gsLst>
            <a:lin ang="5400000"/>
          </a:gra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Console C# project demo by </a:t>
            </a:r>
            <a:r>
              <a:rPr lang="en-US" sz="1200" dirty="0" err="1">
                <a:solidFill>
                  <a:schemeClr val="dk1"/>
                </a:solidFill>
                <a:latin typeface="Open Sans"/>
                <a:ea typeface="Open Sans"/>
              </a:rPr>
              <a:t>Stilqn</a:t>
            </a:r>
            <a:r>
              <a:rPr lang="en-US" sz="1200" dirty="0">
                <a:solidFill>
                  <a:schemeClr val="dk1"/>
                </a:solidFill>
                <a:latin typeface="Open Sans"/>
                <a:ea typeface="Open Sans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Open Sans"/>
                <a:ea typeface="Open Sans"/>
              </a:rPr>
              <a:t>Gochev</a:t>
            </a:r>
            <a:endParaRPr lang="en-US" sz="1200" b="0" u="none" strike="noStrike" dirty="0" err="1">
              <a:solidFill>
                <a:schemeClr val="dk1"/>
              </a:solidFill>
              <a:effectLst/>
              <a:uFillTx/>
              <a:latin typeface="OpenSymbol"/>
            </a:endParaRPr>
          </a:p>
        </p:txBody>
      </p:sp>
      <p:sp>
        <p:nvSpPr>
          <p:cNvPr id="26" name="Google Shape;229;p34"/>
          <p:cNvSpPr/>
          <p:nvPr/>
        </p:nvSpPr>
        <p:spPr>
          <a:xfrm>
            <a:off x="714960" y="3668400"/>
            <a:ext cx="484920" cy="367200"/>
          </a:xfrm>
          <a:custGeom>
            <a:avLst/>
            <a:gdLst>
              <a:gd name="textAreaLeft" fmla="*/ 0 w 484920"/>
              <a:gd name="textAreaRight" fmla="*/ 485280 w 48492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" name="Google Shape;230;p34"/>
          <p:cNvGrpSpPr/>
          <p:nvPr/>
        </p:nvGrpSpPr>
        <p:grpSpPr>
          <a:xfrm>
            <a:off x="8325000" y="817560"/>
            <a:ext cx="103320" cy="615600"/>
            <a:chOff x="8325000" y="817560"/>
            <a:chExt cx="103320" cy="615600"/>
          </a:xfrm>
        </p:grpSpPr>
        <p:sp>
          <p:nvSpPr>
            <p:cNvPr id="28" name="Google Shape;231;p34"/>
            <p:cNvSpPr/>
            <p:nvPr/>
          </p:nvSpPr>
          <p:spPr>
            <a:xfrm>
              <a:off x="832500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232;p34"/>
            <p:cNvSpPr/>
            <p:nvPr/>
          </p:nvSpPr>
          <p:spPr>
            <a:xfrm>
              <a:off x="832500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233;p34"/>
            <p:cNvSpPr/>
            <p:nvPr/>
          </p:nvSpPr>
          <p:spPr>
            <a:xfrm>
              <a:off x="832500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" name="Google Shape;234;p34"/>
          <p:cNvSpPr/>
          <p:nvPr/>
        </p:nvSpPr>
        <p:spPr>
          <a:xfrm>
            <a:off x="8058240" y="2400480"/>
            <a:ext cx="723600" cy="723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61800" rIns="870823080" bIns="361800" anchor="ctr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Introduction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704880" y="2066760"/>
            <a:ext cx="3866760" cy="23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 simple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console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booking system that simulates a real-world platform. Focus on building business logic, menus, and user flows in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C# OOP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Shows how a structured program handles events, bookings, and seat tracking while keeping the interface text-based and clear.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286;p39" title="office-workers-using-finance-graphs (2).jpg"/>
          <p:cNvSpPr/>
          <p:nvPr/>
        </p:nvSpPr>
        <p:spPr>
          <a:xfrm>
            <a:off x="5074560" y="534960"/>
            <a:ext cx="3019680" cy="38581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19050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авоъгълник 34"/>
          <p:cNvSpPr/>
          <p:nvPr/>
        </p:nvSpPr>
        <p:spPr>
          <a:xfrm>
            <a:off x="619200" y="619200"/>
            <a:ext cx="214272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Правоъгълник 35"/>
          <p:cNvSpPr/>
          <p:nvPr/>
        </p:nvSpPr>
        <p:spPr>
          <a:xfrm>
            <a:off x="61920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Project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7" name="image69eb222936a8a" descr="image69eb222936a8f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Правоъгълник 37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Правоъгълник 38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Build a structured C# application with clear class responsibilities.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Apply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OOP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principles (encapsulation, classes, methods) and handle user input, validation, and a repeatable booking workflow.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467000" y="533520"/>
            <a:ext cx="6219360" cy="140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Core Features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714240" y="2143080"/>
            <a:ext cx="77148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Add, view, and manage events with live seat counts.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Book and cancel tickets, prevent overbooking, and navigate a menu-driven system. Emphasizes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simple, testable logic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and expandable design.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авоъгълник 41"/>
          <p:cNvSpPr/>
          <p:nvPr/>
        </p:nvSpPr>
        <p:spPr>
          <a:xfrm>
            <a:off x="5048280" y="619200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Example Flow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Правоъгълник 42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Start program and view the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menu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 to browse events.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Select an event, enter ticket count, confirm booking, and see seats update.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Repeat actions or cancel bookings; return to menu until you exit. Keep interactions simple and predictable for testing.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image69eb222940870" descr="image69eb222940873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авоъгълник 44"/>
          <p:cNvSpPr/>
          <p:nvPr/>
        </p:nvSpPr>
        <p:spPr>
          <a:xfrm>
            <a:off x="5048280" y="619200"/>
            <a:ext cx="22856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Правоъгълник 45"/>
          <p:cNvSpPr/>
          <p:nvPr/>
        </p:nvSpPr>
        <p:spPr>
          <a:xfrm>
            <a:off x="5048280" y="1428840"/>
            <a:ext cx="347616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Technical Design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image69eb22294a59d" descr="image69eb22294a5a0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Classes &amp; Data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04880" y="2066760"/>
            <a:ext cx="3866760" cy="232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9999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Use an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Event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class (Name, Date, Location, AvailableSeats) and a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Booking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class (Event ref, Customer, Tickets).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Store events and bookings in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lists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for easy iteration and updates.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Controller handles menu logic and coordinates class interactions.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286;p39" title="office-workers-using-finance-graphs (2).jpg"/>
          <p:cNvSpPr/>
          <p:nvPr/>
        </p:nvSpPr>
        <p:spPr>
          <a:xfrm>
            <a:off x="5074560" y="534960"/>
            <a:ext cx="3019680" cy="38581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19050">
            <a:solidFill>
              <a:srgbClr val="19191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авоъгълник 50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Space Grotesk"/>
              </a:rPr>
              <a:t>Validation &amp; Errors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Правоъгълник 51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Check numeric inputs, ensure ticket requests dont exceed available seats, and verify selected events exist.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Handle wrong choices gracefully with friendly messages and no crashes.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Log or display simple error feedback for debugging and user clarity.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467000" y="533520"/>
            <a:ext cx="6219360" cy="1409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Conclusions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714240" y="2143080"/>
            <a:ext cx="7714800" cy="1952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 compact console app that demonstrates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C#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and OOP fundamentals through a realistic booking flow.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Focuses on clean class design, input validation, and expandable features like GUI and database integration.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Great project for learning and extending into a full application.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0BB07C7C-4759-BF3D-C355-9FC16C7C3216}"/>
              </a:ext>
            </a:extLst>
          </p:cNvPr>
          <p:cNvSpPr>
            <a:spLocks noGrp="1"/>
          </p:cNvSpPr>
          <p:nvPr/>
        </p:nvSpPr>
        <p:spPr>
          <a:xfrm>
            <a:off x="2735197" y="1676643"/>
            <a:ext cx="4285800" cy="17851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52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Thanks</a:t>
            </a:r>
            <a:r>
              <a:rPr lang="en" sz="5200" b="1">
                <a:solidFill>
                  <a:schemeClr val="dk1"/>
                </a:solidFill>
                <a:latin typeface="Space Grotesk"/>
                <a:ea typeface="Space Grotesk"/>
              </a:rPr>
              <a:t> for the attention</a:t>
            </a:r>
            <a:r>
              <a:rPr lang="en" sz="52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!</a:t>
            </a:r>
            <a:endParaRPr lang="fr-FR" sz="5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0738556"/>
      </p:ext>
    </p:extLst>
  </p:cSld>
  <p:clrMapOvr>
    <a:masterClrMapping/>
  </p:clrMapOvr>
</p:sld>
</file>

<file path=ppt/theme/theme1.xml><?xml version="1.0" encoding="utf-8"?>
<a:theme xmlns:a="http://schemas.openxmlformats.org/drawingml/2006/main" name="Sales Report by Slidesgo">
  <a:themeElements>
    <a:clrScheme name="Simple Light">
      <a:dk1>
        <a:srgbClr val="191919"/>
      </a:dk1>
      <a:lt1>
        <a:srgbClr val="FFFFFF"/>
      </a:lt1>
      <a:dk2>
        <a:srgbClr val="CEEEFF"/>
      </a:dk2>
      <a:lt2>
        <a:srgbClr val="80DCF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Презентация на цял екран (16:9)</PresentationFormat>
  <Slides>11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2" baseType="lpstr">
      <vt:lpstr>Sales Report by Slidesgo</vt:lpstr>
      <vt:lpstr>Event Booking</vt:lpstr>
      <vt:lpstr>Introduction</vt:lpstr>
      <vt:lpstr>Презентация на PowerPoint</vt:lpstr>
      <vt:lpstr>Презентация на PowerPoint</vt:lpstr>
      <vt:lpstr>Core Features</vt:lpstr>
      <vt:lpstr>Презентация на PowerPoint</vt:lpstr>
      <vt:lpstr>Презентация на PowerPoint</vt:lpstr>
      <vt:lpstr>Classes &amp; Data</vt:lpstr>
      <vt:lpstr>Презентация на PowerPoint</vt:lpstr>
      <vt:lpstr>Conclusions</vt:lpstr>
      <vt:lpstr>Презентация на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</cp:revision>
  <dcterms:modified xsi:type="dcterms:W3CDTF">2026-04-24T08:44:58Z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2026-04-24T07:56:24Z</dcterms:created>
  <dc:creator>Unknown Creator</dc:creator>
  <dc:description/>
  <dc:language>en-US</dc:language>
  <cp:lastModifiedBy>Unknown Creator</cp:lastModifiedBy>
  <dcterms:modified xsi:type="dcterms:W3CDTF">2026-04-24T07:56:24Z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